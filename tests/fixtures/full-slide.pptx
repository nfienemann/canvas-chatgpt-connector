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speaker notes: the diagram is fictional and shows no actual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Arial"/>
              </a:defRPr>
            </a:pPr>
            <a:r>
              <a:t>SYNTHETIC LECTURE: CELL CULTURE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l="5000"/>
          <a:stretch>
            <a:fillRect/>
          </a:stretch>
        </p:blipFill>
        <p:spPr>
          <a:xfrm>
            <a:off x="548640" y="1463040"/>
            <a:ext cx="758952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645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Arial"/>
              </a:defRPr>
            </a:pPr>
            <a:r>
              <a:t>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4389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Arial"/>
              </a:defRPr>
            </a:pPr>
            <a:r>
              <a:t>48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828800"/>
            <a:ext cx="2468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Labels must remain</a:t>
            </a:r>
          </a:p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attached to the</a:t>
            </a:r>
          </a:p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original diagram.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32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Fictional illustration for parser verification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5630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Arial"/>
              </a:defRPr>
            </a:pPr>
            <a:r>
              <a:t>HIDDEN 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