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Fictional diagram; spot counts alone cannot establish efficacy.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A1E3C"/>
                </a:solidFill>
              </a:rPr>
              <a:t>SYNTHETIC ONLY: fluorescence controls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