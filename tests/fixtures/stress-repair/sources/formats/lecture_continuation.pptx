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Artificial readings (a.u.)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0 h</c:v>
                </c:pt>
                <c:pt idx="1">
                  <c:v>24 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0 h</c:v>
                </c:pt>
                <c:pt idx="1">
                  <c:v>24 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SPEAKER NOTE ONLY: luminal-microfluidic-key-88. This phrase is not visible on the original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This deck deliberately includes a blank slide and an image-only slide.</a:t>
            </a:r>
          </a:p>
          <a:p>
            <a:pPr>
              <a:defRPr sz="2600" b="0"/>
            </a:pPr>
            <a:r>
              <a:t>A text extraction is not proof of visual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Synthetic source section 2.</a:t>
            </a:r>
          </a:p>
          <a:p>
            <a:pPr>
              <a:defRPr sz="2600" b="0"/>
            </a:pPr>
            <a:r>
              <a:t>Keep original slide numbering and report uninspected media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Synthetic source section 3.</a:t>
            </a:r>
          </a:p>
          <a:p>
            <a:pPr>
              <a:defRPr sz="2600" b="0"/>
            </a:pPr>
            <a:r>
              <a:t>Keep original slide numbering and report uninspected media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828800"/>
          <a:ext cx="9692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19456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71500">
                <a:tc>
                  <a:txBody>
                    <a:bodyPr/>
                    <a:lstStyle/>
                    <a:p>
                      <a:r>
                        <a:t>Time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(a.u.)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Treatment (a.u.)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a.u.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a.u.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Synthetic source section 7.</a:t>
            </a:r>
          </a:p>
          <a:p>
            <a:pPr>
              <a:defRPr sz="2600" b="0"/>
            </a:pPr>
            <a:r>
              <a:t>Keep original slide numbering and report uninspected media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The note-only search target is not printed on this slide.</a:t>
            </a:r>
          </a:p>
          <a:p>
            <a:pPr>
              <a:defRPr sz="2600" b="0"/>
            </a:pPr>
            <a:r>
              <a:t>Speaker-note text must retain its provenance.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Synthetic lecture - original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FICTIONAL COURSE CB_TEST_C09 | Source and locator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/>
            </a:pPr>
            <a:r>
              <a:t>CONTINUATION NEEDLE: downstream-membrane-checkpoint-99</a:t>
            </a:r>
          </a:p>
          <a:p>
            <a:pPr>
              <a:defRPr sz="2600" b="0"/>
            </a:pPr>
            <a:r>
              <a:t>This text is beyond an initial eight-slide batch.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Original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91440"/>
            <a:ext cx="5158047" cy="6675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lecture continuation</dc:title>
  <dc:subject/>
  <dc:creator>Synthetic fixture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