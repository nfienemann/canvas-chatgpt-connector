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cc30d106c40ea" /><Relationship Type="http://schemas.openxmlformats.org/officeDocument/2006/relationships/extended-properties" Target="/docProps/app.xml" Id="Rbcaf21f36758495d" /><Relationship Type="http://schemas.openxmlformats.org/officeDocument/2006/relationships/officeDocument" Target="/ppt/presentation.xml" Id="Rc0492ee4731343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4ecf6f75d64f74"/>
  </p:sldMasterIdLst>
  <p:notesMasterIdLst>
    <p:notesMasterId xmlns:r="http://schemas.openxmlformats.org/officeDocument/2006/relationships" r:id="Re54111f960bc405e"/>
  </p:notesMasterIdLst>
  <p:sldIdLst>
    <p:sldId xmlns:r="http://schemas.openxmlformats.org/officeDocument/2006/relationships" id="256" r:id="R64a7842e180f4740"/>
    <p:sldId xmlns:r="http://schemas.openxmlformats.org/officeDocument/2006/relationships" id="257" r:id="R602ed50ec6c04f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6386d23ad64d9e" /><Relationship Type="http://schemas.openxmlformats.org/officeDocument/2006/relationships/slideMaster" Target="/ppt/slideMasters/slideMaster1.xml" Id="Rd34ecf6f75d64f74" /><Relationship Type="http://schemas.openxmlformats.org/officeDocument/2006/relationships/notesMaster" Target="/ppt/notesMasters/notesMaster1.xml" Id="Re54111f960bc405e" /><Relationship Type="http://schemas.openxmlformats.org/officeDocument/2006/relationships/presProps" Target="/ppt/presProps.xml" Id="R032b03321bcc40eb" /><Relationship Type="http://schemas.openxmlformats.org/officeDocument/2006/relationships/tableStyles" Target="/ppt/tableStyles.xml" Id="R55d315412294497d" /><Relationship Type="http://schemas.openxmlformats.org/officeDocument/2006/relationships/slide" Target="/ppt/slides/slide1.xml" Id="R64a7842e180f4740" /><Relationship Type="http://schemas.openxmlformats.org/officeDocument/2006/relationships/slide" Target="/ppt/slides/slide2.xml" Id="R602ed50ec6c04f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ea7f9d7d4d4e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c93f5097cc4cb9" /><Relationship Type="http://schemas.openxmlformats.org/officeDocument/2006/relationships/notesMaster" Target="/ppt/notesMasters/notesMaster1.xml" Id="R6c7f639b4ea14a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59288c159428f" /><Relationship Type="http://schemas.openxmlformats.org/officeDocument/2006/relationships/notesMaster" Target="/ppt/notesMasters/notesMaster1.xml" Id="R0e8b622159d7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cca8a0ca548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ee643b5bd4f3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9ce32e5a849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80b6850554a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96a89e7f04af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97daa2eb34d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CCA8F-30C3-4876-9ACB-9B14F9FE0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B144BB-642F-407F-A65B-C73834316E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BC5BB6-7D6D-4731-8075-B78386977A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F7790B-B1CD-4737-962C-1A538F04A4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F8FB02-6A02-4F9E-B62E-D081AB1632C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B94605-F0F1-4797-8031-7F242CC172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EEE932-9465-49E6-9785-477BA4628A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561EA18-1772-44EC-88B8-CDE5830B47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E34AA1-8E35-44CD-A430-5A0AB487A9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6CC0AA-B02C-4518-A4AA-FB2E766B3D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7dba759d974c18" /><Relationship Type="http://schemas.openxmlformats.org/officeDocument/2006/relationships/slideLayout" Target="/ppt/slideLayouts/slideLayout1.xml" Id="R7fd86ca1733540ee" /><Relationship Type="http://schemas.openxmlformats.org/officeDocument/2006/relationships/slideLayout" Target="/ppt/slideLayouts/slideLayout2.xml" Id="R6acc809e8f64411a" /><Relationship Type="http://schemas.openxmlformats.org/officeDocument/2006/relationships/slideLayout" Target="/ppt/slideLayouts/slideLayout3.xml" Id="R3a18221bd6244c54" /><Relationship Type="http://schemas.openxmlformats.org/officeDocument/2006/relationships/slideLayout" Target="/ppt/slideLayouts/slideLayout4.xml" Id="Rc8dd0fe1dc464e15" /><Relationship Type="http://schemas.openxmlformats.org/officeDocument/2006/relationships/slideLayout" Target="/ppt/slideLayouts/slideLayout5.xml" Id="R27afe88d8a064fff" /><Relationship Type="http://schemas.openxmlformats.org/officeDocument/2006/relationships/slideLayout" Target="/ppt/slideLayouts/slideLayout6.xml" Id="R0b5e70e34e544d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d86ca1733540ee"/>
    <p:sldLayoutId xmlns:r="http://schemas.openxmlformats.org/officeDocument/2006/relationships" id="2147483650" r:id="R6acc809e8f64411a"/>
    <p:sldLayoutId xmlns:r="http://schemas.openxmlformats.org/officeDocument/2006/relationships" id="2147483651" r:id="R3a18221bd6244c54"/>
    <p:sldLayoutId xmlns:r="http://schemas.openxmlformats.org/officeDocument/2006/relationships" id="2147483652" r:id="Rc8dd0fe1dc464e15"/>
    <p:sldLayoutId xmlns:r="http://schemas.openxmlformats.org/officeDocument/2006/relationships" id="2147483653" r:id="R27afe88d8a064fff"/>
    <p:sldLayoutId xmlns:r="http://schemas.openxmlformats.org/officeDocument/2006/relationships" id="2147483654" r:id="R0b5e70e34e544d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5ae7451b394eef" /><Relationship Type="http://schemas.openxmlformats.org/officeDocument/2006/relationships/image" Target="/ppt/media/image.png" Id="R1744a0967d954b9d" /><Relationship Type="http://schemas.openxmlformats.org/officeDocument/2006/relationships/notesSlide" Target="/ppt/notesSlides/notesSlide1.xml" Id="Rb2c60f4c990741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b0eb859dca4b5b" /><Relationship Type="http://schemas.openxmlformats.org/officeDocument/2006/relationships/image" Target="/ppt/media/image2.png" Id="R63261310387a4104" /><Relationship Type="http://schemas.openxmlformats.org/officeDocument/2006/relationships/notesSlide" Target="/ppt/notesSlides/notesSlide2.xml" Id="R7d4a915c16c941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342AA-1E11-4150-8AA7-B19C4829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62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3344"/>
                </a:solidFill>
                <a:latin typeface="Arial"/>
                <a:ea typeface="Arial"/>
                <a:cs typeface="Arial"/>
              </a:rPr>
              <a:t>Fictional Meridian University | BIO201 | Image lecture slide 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AF117-E991-4988-933A-FA9C2BB6D3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44a0967d954b9d"/>
          <a:stretch xmlns:a="http://schemas.openxmlformats.org/drawingml/2006/main"/>
        </p:blipFill>
        <p:spPr>
          <a:xfrm xmlns:a="http://schemas.openxmlformats.org/drawingml/2006/main">
            <a:off x="389467" y="438150"/>
            <a:ext cx="11413067" cy="6419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226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B6444-B533-4A82-8188-0F94932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76200"/>
            <a:ext cx="1143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defPPr>
            <a:lvl1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1pPr>
            <a:lvl2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2pPr>
            <a:lvl3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3pPr>
            <a:lvl4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4pPr>
            <a:lvl5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5pPr>
            <a:lvl6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6pPr>
            <a:lvl7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7pPr>
            <a:lvl8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8pPr>
            <a:lvl9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>
                <a:solidFill>
                  <a:srgbClr val="173344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73344"/>
                </a:solidFill>
                <a:latin typeface="Arial"/>
                <a:ea typeface="Arial"/>
                <a:cs typeface="Arial"/>
              </a:rPr>
              <a:t>Fictional Meridian University | BIO201 | Image lecture slide 2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7472C-51DD-4ECE-820C-9E3CA7E029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61310387a4104"/>
          <a:stretch xmlns:a="http://schemas.openxmlformats.org/drawingml/2006/main"/>
        </p:blipFill>
        <p:spPr>
          <a:xfrm xmlns:a="http://schemas.openxmlformats.org/drawingml/2006/main">
            <a:off x="389467" y="438150"/>
            <a:ext cx="11413067" cy="6419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347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2026-10-26T08:37:57.2870000Z</dcterms:created>
  <dcterms:modified xsi:type="dcterms:W3CDTF">2026-10-26T08:37:57.2870000Z</dcterms:modified>
</coreProperties>
</file>